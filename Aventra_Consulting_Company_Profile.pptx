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AVENTRA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9CC"/>
                </a:solidFill>
              </a:defRPr>
            </a:pPr>
            <a:r>
              <a:t>Reimagining Business Through Digital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Company Profile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About Aventra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Founded in 2025, Aventra Consulting is among the largest IT and business consulting services firms in the world. We are insights-driven and outcomes-based to help accelerate returns on your investments.</a:t>
            </a:r>
          </a:p>
          <a:p/>
          <a:p>
            <a:pPr>
              <a:defRPr sz="1800">
                <a:solidFill>
                  <a:srgbClr val="333333"/>
                </a:solidFill>
              </a:defRPr>
            </a:pPr>
            <a:r>
              <a:t>Our success is built on a unique member-owner culture where our professionals are also shareholders. This structure aligns our interests with those of our clients and ensures long-term commitment to quality and excellence.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2560320" cy="21031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Professionals</a:t>
            </a:r>
            <a:br/>
            <a:r>
              <a:t>Worldwide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114800"/>
            <a:ext cx="2560320" cy="21031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1206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Locations</a:t>
            </a:r>
            <a:br/>
            <a:r>
              <a:t>Globally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2560320" cy="21031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1206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Years of</a:t>
            </a:r>
            <a:br/>
            <a:r>
              <a:t>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4114800"/>
            <a:ext cx="2560320" cy="21031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297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206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Annual</a:t>
            </a:r>
            <a:br/>
            <a:r>
              <a:t>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Core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2860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We work side-by-side with our clients as trusted advisors, not just service providers.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We deliver excellence in everything we do, ensuring sustainable outcomes for our clients.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We operate with transparency, honesty, and respect in all our relationships.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9377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We continuously evolve our capabilities to help clients navigate changing technology landscapes.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End-to-end services to meet the ever-evolving digital expectations of your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12801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Business Consulting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657600" cy="12801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377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Enterprise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657600" cy="12801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37744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Managed IT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3657600" cy="12801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Artificial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566160"/>
            <a:ext cx="3657600" cy="12801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9319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566160"/>
            <a:ext cx="3657600" cy="12801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9319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Cloud &amp; Hybrid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3657600" cy="128016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Core Tech Expertise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120640"/>
            <a:ext cx="3657600" cy="128016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54864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Staff Augmentation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120640"/>
            <a:ext cx="3657600" cy="128016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54864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Business Process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Service Offerings -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▸ Core Tech Expertise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VDI, Virtual Machine, Cloud transformation, EUC services, Service desk, Workplace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▸ Enterprise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Digital Transformation, SaaS/PaaS, Enterprise Mobility, CRM Development, Salesforce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▸ IT Consulting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Real Estate Services, GCC expansion, Technology Solutions, Legal Assistance, Co-Location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▸ 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576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AI Development, Agentic AI, Machine Learning, Data Analytics, Process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▸ Business Process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Process automation, Workflow optimization, Cost reduction, Quality 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▸ Staff 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4864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FTE supplies, Work to contract, TNM Model, Offshore Models, Employee Charge 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Industries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Industry-specific insights and solutions to navigate unique challenges and seize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Modernize operations, enhance customer experiences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Digital transformation for better citizen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Innovative technology for patient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Manufacturing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Industry 4.0 and supply chain optimization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5204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14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Omnichannel experiences for consumers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5204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Energy &amp; 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114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Sustainable, digital-first 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Oil &amp; Gas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Safety, compliance, and efficiency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51206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Scalable digital infrastructure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5120640"/>
            <a:ext cx="3657600" cy="137160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Risk management and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Global Presence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We provide a global antenna based on facts, not hype, to help improve returns on your IT and business investments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743200" cy="41148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Middle East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• Saudi Arabia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Bahrain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UAE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Kuwait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03120"/>
            <a:ext cx="2743200" cy="41148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• UK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France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Germany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Sweden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Italy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Norway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2743200" cy="4114800"/>
          </a:xfrm>
          <a:prstGeom prst="round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Australia &amp; Oceania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• Australia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New Zealand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743200" cy="4114800"/>
          </a:xfrm>
          <a:prstGeom prst="roundRect">
            <a:avLst/>
          </a:prstGeom>
          <a:solidFill>
            <a:srgbClr val="004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3774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Americas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• Columbia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Puerto Rico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Leadership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Decades of experience in technology, business consulting, and strategic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286000"/>
            <a:ext cx="2286000" cy="2286000"/>
          </a:xfrm>
          <a:prstGeom prst="ellipse">
            <a:avLst/>
          </a:prstGeom>
          <a:solidFill>
            <a:srgbClr val="006699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Vikas Grover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President and CEO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2286000"/>
            <a:ext cx="2286000" cy="2286000"/>
          </a:xfrm>
          <a:prstGeom prst="ellipse">
            <a:avLst/>
          </a:prstGeom>
          <a:solidFill>
            <a:srgbClr val="006699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92608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754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Deepinti Grover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212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Chief Operating Officer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2286000"/>
            <a:ext cx="2286000" cy="2286000"/>
          </a:xfrm>
          <a:prstGeom prst="ellipse">
            <a:avLst/>
          </a:prstGeom>
          <a:solidFill>
            <a:srgbClr val="006699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92608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Rovil Mahajan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212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Executive Vice-President and CFO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Excellence 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2011680"/>
          </a:xfrm>
          <a:prstGeom prst="roundRect">
            <a:avLst/>
          </a:prstGeom>
          <a:solidFill>
            <a:srgbClr val="F0F0F0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MAPFRE USA - Insurance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With our help, MAPFRE USA migrated to a modern core platform, driving faster claims, better underwriting and data-powered growth. Reimagining insurance through modernization.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6699"/>
                </a:solidFill>
              </a:defRPr>
            </a:pPr>
            <a:r>
              <a:t>✓ Strategic business consulting to drive sustainable growth and organizational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6699"/>
                </a:solidFill>
              </a:defRPr>
            </a:pPr>
            <a:r>
              <a:t>✓ End-to-end business process services enhancing efficiency, scalability, and operational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6699"/>
                </a:solidFill>
              </a:defRPr>
            </a:pPr>
            <a:r>
              <a:t>✓ Managed IT services to ensure optimal performance and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6699"/>
                </a:solidFill>
              </a:defRPr>
            </a:pPr>
            <a:r>
              <a:t>✓ AI solutions to automate processes and enhance decision-making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9CC"/>
                </a:solidFill>
              </a:defRPr>
            </a:pPr>
            <a:r>
              <a:t>Ready to transform your business?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743200"/>
            <a:ext cx="75895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0175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📍 Global Headquarters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Akasa Coworking, 3rd Floor, Tower - B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UNITECH CYBER PARK, Sector - 39, Gurugram,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6675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📞 +91 9070030003 | +91 8713001002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6675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✉️ sales@consultaventra.com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6692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6699"/>
                </a:solidFill>
              </a:defRPr>
            </a:pPr>
            <a:r>
              <a:t>🌐 www.consultaventra.com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099CC"/>
                </a:solidFill>
              </a:defRPr>
            </a:pPr>
            <a:r>
              <a:t>AVENTRA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Your Partner in Digital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